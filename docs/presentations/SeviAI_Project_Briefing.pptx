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SeviAI is an AI-powered virtual assistant built for Cavite State University. It answers prospective and current student questions about admissions, programs, fees, scholarships, and campus services in under 75 milliseconds, with 95.6% intent-classification accuracy. Three numbers to anchor: 95.6% accuracy, sub-75ms response, 23 distinct intent categories — the system covers the most common student inquiries automatically. The platform is production-ready: it ships with a REST API, Docker deployment, and a real-time analytics dashboard. The objective today is to give a quick view of what the system does, how well it performs, and what's next. Hold detailed technical questions until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what SeviAI can do and how well it performs. Four capabilities to highlight: First, the Hybrid AI Engine — a fast Naive Bayes classifier handles the majority of queries, with a Neural Network fallback for the harder ones. This gives strong accuracy without sacrificing speed. Second, sub-100ms replies — the average end-to-end response is under 75 milliseconds, which feels effectively instant. Third, the REST API — 15+ endpoints means SeviAI can plug into the CvSU website, a mobile app, or even a kiosk in the admissions office. Fourth, GDPR-aligned logging — all data stays local in SQLite, backups run daily, and users can export their data in one click. The 'By the Numbers' panel anchors the scale: 227 training patterns covering 23 intents, peak throughput north of 1,000 requests per minute, and a model footprint of just 79 KB — meaning deployment is possible on modest infrastructure. Coverage spans the topics students actually ask about: admissions, courses, tuition, scholarships, campus life, registrar, and contact 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 to this slide — what's done, and what's next. On the left: what's delivered today. SeviAI is live and operational. It hits 95.6% accuracy across 23 intent categories, runs on a FastAPI REST server with 15+ endpoints, ships with SQLite chat logging and a real-time analytics dashboard, and deploys with a single Docker command. Students get an interactive web chat UI; staff get a live analytics view. Data handling is GDPR-aligned from day one. On the right: the roadmap. Phase 1, Q3 2026 — activate the neural network model inside Docker; this lifts accuracy toward 98% on the harder, longer-tail questions. Phase 2, Q4 2026 — make conversations smarter: bilingual support for English and Filipino, sentiment awareness, and context retention so follow-up questions work naturally. Phase 3, Q1 2027 — scale and integration: Kubernetes for production scale, integration with CvSU's existing systems, and a companion mobile experience. Close with the takeaway: the platform is ready to deploy today, and the roadmap is sequenced so each phase builds directly on the foundation already in place.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SeviAI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CvSU Virtual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conversational assistant that answers prospective and current student questions about Cavite State University — admissions, programs, fees, scholarships, and campus services — instantly, 24/7.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95160" y="502920"/>
            <a:ext cx="1645920" cy="16459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5029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5669280" y="2697480"/>
            <a:ext cx="1097280" cy="1325880"/>
          </a:xfrm>
          <a:prstGeom prst="rect">
            <a:avLst/>
          </a:prstGeom>
          <a:solidFill>
            <a:srgbClr val="2C5F2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862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95.6%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15000" y="3410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2697480"/>
            <a:ext cx="1097280" cy="1325880"/>
          </a:xfrm>
          <a:prstGeom prst="rect">
            <a:avLst/>
          </a:prstGeom>
          <a:solidFill>
            <a:srgbClr val="2C5F2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862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&lt;75ms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3410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0" y="2697480"/>
            <a:ext cx="1097280" cy="1325880"/>
          </a:xfrm>
          <a:prstGeom prst="rect">
            <a:avLst/>
          </a:prstGeom>
          <a:solidFill>
            <a:srgbClr val="2C5F2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862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410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Categories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 ·  REST API  ·  Docker-deployable  ·  Real-time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 &amp;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fast, and built to scale with student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18488"/>
            <a:ext cx="502920" cy="502920"/>
          </a:xfrm>
          <a:prstGeom prst="ellipse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18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AI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21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+ Neural Network fallback for high accuracy across varied phrasings.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417320"/>
            <a:ext cx="2514600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618488"/>
            <a:ext cx="502920" cy="502920"/>
          </a:xfrm>
          <a:prstGeom prst="ellipse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87368" y="1618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Sub-100ms Replies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7288" y="2221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 response under 75ms — feels instant to the student.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2514600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28416"/>
            <a:ext cx="502920" cy="502920"/>
          </a:xfrm>
          <a:prstGeom prst="ellipse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endpoints; integrates with the CvSU website, mobile app, or kiosk.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3127248"/>
            <a:ext cx="2514600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7288" y="3328416"/>
            <a:ext cx="502920" cy="502920"/>
          </a:xfrm>
          <a:prstGeom prst="ellipse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87368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GDPR-Aligned Logs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7288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storage, daily backups, and one-click user-data export.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1417320"/>
            <a:ext cx="2606040" cy="3218688"/>
          </a:xfrm>
          <a:prstGeom prst="rect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417320"/>
            <a:ext cx="73152" cy="32186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947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2359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patterns across 23 intents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179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minute peak throughput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2644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6758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common questions covered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9227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 KB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17920" y="43342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 — runs anywhere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spans admissions, courses, tuition, scholarships, campus life, registrar, and contact info — the topics students ask about most.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&amp;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today, with a clear path to broader capability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3246120"/>
          </a:xfrm>
          <a:prstGeom prst="rect">
            <a:avLst/>
          </a:prstGeom>
          <a:solidFill>
            <a:srgbClr val="F7F5E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&amp; operational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 accuracy across 23 intent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server with 15+ endpoints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chat logging with real-time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429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for one-command deploy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794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chat UI and analytics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GDPR-aligned data handling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417320"/>
            <a:ext cx="640080" cy="1024128"/>
          </a:xfrm>
          <a:prstGeom prst="rect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1732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3212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Q3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3212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Activation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19842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deploy the neural model in Docker — lifting accuracy toward 98% on long-tail questions.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560320"/>
            <a:ext cx="640080" cy="1024128"/>
          </a:xfrm>
          <a:prstGeom prst="rect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6032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532120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Q4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32120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Conversations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31272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(English + Filipino), sentiment awareness, and context retention across turns.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03320"/>
            <a:ext cx="3840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703320"/>
            <a:ext cx="640080" cy="1024128"/>
          </a:xfrm>
          <a:prstGeom prst="rect">
            <a:avLst/>
          </a:prstGeom>
          <a:solidFill>
            <a:srgbClr val="0F2E25"/>
          </a:solidFill>
          <a:ln w="12700">
            <a:solidFill>
              <a:srgbClr val="0F2E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0332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Q1 2027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Integration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42702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deployment, CvSU systems integration, and a companion mobile experience.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2E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deploy — and ready to grow with the university.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SeviAI – CvSU Virtual Assistant</dc:title>
  <dc:subject>PptxGenJS Presentation</dc:subject>
  <dc:creator>Project Team</dc:creator>
  <cp:lastModifiedBy>Project Team</cp:lastModifiedBy>
  <cp:revision>1</cp:revision>
  <dcterms:created xsi:type="dcterms:W3CDTF">2026-05-13T06:40:03Z</dcterms:created>
  <dcterms:modified xsi:type="dcterms:W3CDTF">2026-05-13T06:40:03Z</dcterms:modified>
</cp:coreProperties>
</file>